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PayFlow Analytics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Fintech Payment Analytics Course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Build a complete payment analytics dashboard using BigQuery + 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The Business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PayFlow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Payment processor (like Stripe)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5,000 merchant customers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$23M annual volume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• Serves e-commerce, SaaS, marketplaces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CEO's Questions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1. Why is payment failure rate 5%?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   (Industry standard: 2-3%)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2. Which customers are at risk of churning?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3. Are all customer segments profitable?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Your Role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</a:rPr>
              <a:t>You're the Data Analyst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Customer Database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Signups, plans, MRR, industry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Transaction Logs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Payments, refunds, disputes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Support Tickets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Zendesk export, categories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474720"/>
            <a:ext cx="39319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Dispute Records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4023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Chargebacks, reasons, outcomes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Course Structure (2 Hours)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Problem &amp;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0" y="1188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15 min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BigQuery Setup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10 min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Exploratory Analysis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20 min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RFM Framework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25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Star Schema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28090"/>
                </a:solidFill>
              </a:rPr>
              <a:t>30 min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The Dataset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5,000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Customers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417K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6,800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029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Support Tickets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090"/>
                </a:solidFill>
              </a:rPr>
              <a:t>3,100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Disputes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Realistic Patterns Built 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✓ 91.7% successful transactions, 5.1% failures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✓ Card payments have higher failure rates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✓ Payment failures correlate with support tickets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✓ Stripe fee structure: 2.9% + $0.30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Exploratory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8090"/>
                </a:solidFill>
              </a:rPr>
              <a:t>5 Key Questions to Answer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544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Transaction Status Distribution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→ 91.7% successful, 5.1% failed (Problem: should be 2-3%)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Payment Failure by Method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974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→ Card: 6.5% failure | Wallet: 3% failure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Monthly Transaction Volume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→ Revenue growing, but fees not keeping 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Support Ticket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2519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→ 'Payment failure' #1 category with low satisfaction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663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Customer Health Patterns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0292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F3C7E"/>
                </a:solidFill>
              </a:rPr>
              <a:t>→ High failures predict churn within 30-60 days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Analytics Framework: RFM for Fintech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</a:rPr>
              <a:t>Traditional RFM (E-commerce)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Recency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Days since last purchase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Frequency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Number of purchases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Monetary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Total spend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Fintech RFM (Payments)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Days since last successful transaction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Frequency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Transactions per month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Monetary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Monthly transaction volume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Customer Segments from RFM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468880" cy="1097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Champions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High R+F+M, active &amp; valuable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0" y="1280160"/>
            <a:ext cx="246888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Loyal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4612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Good recency &amp; frequency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280160"/>
            <a:ext cx="246888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97880" y="1874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High value, infrequent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468880" cy="10972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 Risk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Was active, now dormant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08960" y="2743200"/>
            <a:ext cx="2468880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Dormant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4612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recent activity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0" y="2743200"/>
            <a:ext cx="2468880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58978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New/Testing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9788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Recent signup, low volume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8090"/>
                </a:solidFill>
              </a:rPr>
              <a:t>Risk Score = R(20) + F(20) + M(20) - Penalties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Data Transformation: Star Schema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914400"/>
          </a:xfrm>
          <a:prstGeom prst="rect">
            <a:avLst/>
          </a:prstGeom>
          <a:solidFill>
            <a:srgbClr val="028090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FACT_TRANSACTIONS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201168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DIM_DATE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20240" y="1234440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914400"/>
            <a:ext cx="201168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9144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DIM_CUSTOMER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1234440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657600"/>
            <a:ext cx="201168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DIM_PAYMENT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920240" y="3977640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F3C7E"/>
                </a:solidFill>
              </a:rPr>
              <a:t>Why? Simpler queries, faster performance, easier maintenance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Power BI Dashboard (4 Pages)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Executive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06240" y="1325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KPIs, revenue trends, transaction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Payment Performance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22402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Failure rates by method, country, trend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Customer Health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06240" y="3154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RFM segments, health scores, at-risk customers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Support &amp; Operations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4069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3C7E"/>
                </a:solidFill>
              </a:rPr>
              <a:t>Ticket categories, satisfaction, dispute tracking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</a:rPr>
              <a:t>What You'll Build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Complete star schema data warehouse in BigQuery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RFM-based customer segmentation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Health scoring system with risk indicators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4-page interactive Power BI dashboard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Production-ready SQL queries (all documented)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887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</a:rPr>
              <a:t>Portfolio-ready GitHub project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Portfolio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201168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"Analyzed 417K real payment transactions"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"Built dimensional data warehouse"</a:t>
            </a:r>
            <a:endParaRPr lang="en-US" sz="1800" dirty="0"/>
          </a:p>
          <a:p>
            <a:pPr algn="ctr" indent="0" marL="0">
              <a:buNone/>
            </a:pP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"Identified $2.3M at-risk MRR using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 RFM segmentation framework"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Ready to Start?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Let's build your fintech analytics portfolio project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Payment Analytics - Complete Course</dc:title>
  <dc:subject>PptxGenJS Presentation</dc:subject>
  <dc:creator>PayFlow Analytics Course</dc:creator>
  <cp:lastModifiedBy>PayFlow Analytics Course</cp:lastModifiedBy>
  <cp:revision>1</cp:revision>
  <dcterms:created xsi:type="dcterms:W3CDTF">2026-03-15T21:57:27Z</dcterms:created>
  <dcterms:modified xsi:type="dcterms:W3CDTF">2026-03-15T21:57:27Z</dcterms:modified>
</cp:coreProperties>
</file>